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FYYNA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Metal Solutions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for Excellence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1828800" cy="27432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383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Shanghai Fyyna Machinery Tech Ltd.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9001:2015 Certified  |  15+ Years  |  10 Manufacturing Processes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943600"/>
            <a:ext cx="9144000" cy="32004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43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www.fyyna.com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63640"/>
            <a:ext cx="9144000" cy="32004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FYYNA  |  Shanghai Fyyna Machinery Tech Ltd.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6263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US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Trusted Partner in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Metal Manufacturing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Shanghai Fyyna Machinery Tech Ltd. is a premier metal products company based in Shanghai, China. With ISO 9001:2015 certification and over 15 years of hands-on experience, we specialize in producing high-quality custom metal parts for customers in the US and China.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provide resources and expertise that reduce your direct and overhead costs. Our dedicated Manufacturing Operation transforms your unique concept into a finished part — to your specifications, drawings, or world standards.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0" y="146304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EDF1F6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0" y="16459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852160" y="2286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06640" y="146304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EDF1F6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0" y="16459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406640" y="2286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52160" y="329184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EDF1F6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3474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852160" y="4114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06640" y="329184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C8963E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3474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406640" y="4114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9001:2015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5303520"/>
            <a:ext cx="9144000" cy="27432"/>
          </a:xfrm>
          <a:prstGeom prst="rect">
            <a:avLst/>
          </a:prstGeom>
          <a:solidFill>
            <a:srgbClr val="C8963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63640"/>
            <a:ext cx="9144000" cy="32004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FYYNA  |  Shanghai Fyyna Machinery Tech Ltd.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6263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FYYNA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Fyyna Advantage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EDF1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🏭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Shanghai Facility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Full-service production facility with 10 manufacturing processes under one roof.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64592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EDF1F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Supply Chain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years exporting to the USA. We act as your overseas quality department.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64592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EDF1F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Solutions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one-of-a-kind prototypes to thousands of production parts.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EDF1F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840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31520" y="4297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Response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663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quotes, rapid prototyping, and agile production scheduling.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91840" y="365760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EDF1F6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3840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474720" y="4297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Efficiency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74720" y="4663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Shanghai-based production with optimized processes for significant savings.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365760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EDF1F6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3840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17920" y="4297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Zero-Defect Quality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17920" y="4663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9001:2015 certified. 100% accuracy guaranteed.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Manufacturing Processes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Trusted Partner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162D4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488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🔩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Casting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48840" y="201168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162D47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21488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⚗️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48840" y="27889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Casting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201168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162D47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21488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🏗️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840480" y="27889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 Casting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32120" y="201168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162D47"/>
          </a:solidFill>
          <a:ln/>
        </p:spPr>
      </p:sp>
      <p:sp>
        <p:nvSpPr>
          <p:cNvPr id="15" name="Text 13"/>
          <p:cNvSpPr/>
          <p:nvPr/>
        </p:nvSpPr>
        <p:spPr>
          <a:xfrm>
            <a:off x="5532120" y="21488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532120" y="27889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CNC Machining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23760" y="201168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162D47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21488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223760" y="27889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Stamping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162D4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776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🔨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48840" y="384048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162D47"/>
          </a:solidFill>
          <a:ln/>
        </p:spPr>
      </p:sp>
      <p:sp>
        <p:nvSpPr>
          <p:cNvPr id="24" name="Text 22"/>
          <p:cNvSpPr/>
          <p:nvPr/>
        </p:nvSpPr>
        <p:spPr>
          <a:xfrm>
            <a:off x="2148840" y="39776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2148840" y="4617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Tube Bending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0" y="384048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162D47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39776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840480" y="4617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Spinning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32120" y="384048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162D47"/>
          </a:solidFill>
          <a:ln/>
        </p:spPr>
      </p:sp>
      <p:sp>
        <p:nvSpPr>
          <p:cNvPr id="30" name="Text 28"/>
          <p:cNvSpPr/>
          <p:nvPr/>
        </p:nvSpPr>
        <p:spPr>
          <a:xfrm>
            <a:off x="5532120" y="39776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🛠️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532120" y="4617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23760" y="384048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162D47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0" y="39776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🔩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223760" y="4617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Fittings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263640"/>
            <a:ext cx="9144000" cy="32004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FYYNA  |  Shanghai Fyyna Machinery Tech Ltd.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63640"/>
            <a:ext cx="9144000" cy="32004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FYYNA  |  Shanghai Fyyna Machinery Tech Ltd.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6263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Casting Solutions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Casting · Investment Casting · Sand Casting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EDF1F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1168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C8963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Casting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Aluminum, zinc, and magnesium die casting for complex geometries with excellent surface finish. Ideal for automotive, hydraulic, and electrical housings.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82880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EDF1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201168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C8963E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Casting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0440" y="256032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lost-wax casting for intricate parts in stainless steel, carbon steel, and alloys. Used in aerospace, marine, and valve applications.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82880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EDF1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201168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C8963E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 Casting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256032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Cost-effective solution for large and heavy parts in iron, steel, and non-ferrous metals. Suited for shipbuilding and heavy equipment.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63640"/>
            <a:ext cx="9144000" cy="32004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FYYNA  |  Shanghai Fyyna Machinery Tech Ltd.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6263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Forming Solutions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Stamping · Forging · Spinning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EDF1F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1168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C8963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Stamping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and transfer die stamping for high-volume sheet metal components. Precision holes, bends, and complex profiles.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82880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EDF1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201168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C8963E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0440" y="256032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and cold forging for superior strength and grain structure. Critical fasteners, shafts, and connecting components.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82880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EDF1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201168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C8963E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Spinning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256032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spinning for symmetrical hollow parts with excellent concentricity. HVAC, containers, and lighting components.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63640"/>
            <a:ext cx="9144000" cy="32004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FYYNA  |  Shanghai Fyyna Machinery Tech Ltd.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6263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Machining &amp; Tube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CNC Machining · Tube Bending · Fabrication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EDF1F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1168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C8963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CNC Machining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High-precision 3, 4, and 5-axis machining. Bearing rings, shafts, and complex profiles with tight tolerances.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82880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EDF1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201168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C8963E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Tube Bending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0440" y="256032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CNC tube bending for hydraulic lines, exhaust systems, and structural components.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82880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EDF1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201168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C8963E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256032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Welding, assembly, and custom fabrication for complete sub-assemblies. Pipe elbows, manifolds, and frames.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63640"/>
            <a:ext cx="9144000" cy="32004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FYYNA  |  Shanghai Fyyna Machinery Tech Ltd.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6263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Solutions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Fittings · Flanges · Connectors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EDF1F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1168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C8963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Fittings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Bespoke hydraulic and pneumatic fittings in various materials. Threaded, flanged, and compression types.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82880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EDF1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201168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C8963E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Flanges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0440" y="256032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flanges to ANSI, DIN, and JIS standards. Weld neck, slip-on, blind, and socket weld types.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82880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EDF1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201168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C8963E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Tube Assemblies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256032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pre-assembled tube systems with fittings. Tested and ready for installation.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63640"/>
            <a:ext cx="9144000" cy="32004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FYYNA  |  Shanghai Fyyna Machinery Tech Ltd.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6263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INDUSTRIES SERVED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Across Critical Sectors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EDF1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🚜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Hydraulics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Tubes, fittings, flanges &amp; elbows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64592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EDF1F6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9184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Engine, chassis &amp; exhaust parts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64592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EDF1F6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⚓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03504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Corrosion-resistant components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EDF1F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840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🛢️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48640" y="4389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High-pressure fittings &amp; valves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365760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EDF1F6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3840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🏗️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3291840" y="4389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91840" y="4754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&amp; heavy-duty parts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365760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EDF1F6"/>
          </a:solidFill>
          <a:ln/>
        </p:spPr>
      </p:sp>
      <p:sp>
        <p:nvSpPr>
          <p:cNvPr id="28" name="Text 26"/>
          <p:cNvSpPr/>
          <p:nvPr/>
        </p:nvSpPr>
        <p:spPr>
          <a:xfrm>
            <a:off x="6035040" y="3840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035040" y="4389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Equipment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35040" y="4754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metal components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ASSURANCE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9001:2015 Certified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62D4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Material Inspection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materials verified against certifications and specifications.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62D4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834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In-Process Quality Control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3200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 during production with SPC tools.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62D4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931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Inspection &amp; Testing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4297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 verification, surface finish, and performance testing.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62D4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074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5029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Pre-Shipment Audit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5394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quality audit before release for shipment.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2011680"/>
            <a:ext cx="2194560" cy="2743200"/>
          </a:xfrm>
          <a:prstGeom prst="roundRect">
            <a:avLst>
              <a:gd name="adj" fmla="val 4167"/>
            </a:avLst>
          </a:prstGeom>
          <a:solidFill>
            <a:srgbClr val="162D47"/>
          </a:solidFill>
          <a:ln w="19050">
            <a:solidFill>
              <a:srgbClr val="C896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1945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🏅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58368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9001:2015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3680" y="3383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Management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Certified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4023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Shanghai Fyyna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Machinery Tech Ltd.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6263640"/>
            <a:ext cx="9144000" cy="32004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FYYNA  |  Shanghai Fyyna Machinery Tech Ltd.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63640"/>
            <a:ext cx="9144000" cy="32004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FYYNA  |  Shanghai Fyyna Machinery Tech Ltd.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6263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CUSTOMERS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by Industry Leaders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8046720" cy="1463040"/>
          </a:xfrm>
          <a:prstGeom prst="roundRect">
            <a:avLst>
              <a:gd name="adj" fmla="val 6250"/>
            </a:avLst>
          </a:prstGeom>
          <a:solidFill>
            <a:srgbClr val="EDF1F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Electro-Motive Diesel, Inc.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leading manufacturer of diesel-electric locomotives and engines. Fyyna has been a trusted supplier of custom metal components for EMD for over 10 years, delivering precision castings, machined parts, and hydraulic fittings.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US &amp; International Clients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1148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63E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114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Manufacturers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51760" y="40233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41148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63E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17520" y="4114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Hydraulic System Integrators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40233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41148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63E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4114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Parts Distributors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40233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41148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63E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23760" y="4114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Equipment Builders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63640"/>
            <a:ext cx="9144000" cy="32004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FYYNA  |  Shanghai Fyyna Machinery Tech Ltd.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412480" y="6263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8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REACH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Customers Worldwide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EDF1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116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🗺️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Supply Chain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Shanghai → World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645920"/>
            <a:ext cx="2926080" cy="777240"/>
          </a:xfrm>
          <a:prstGeom prst="roundRect">
            <a:avLst>
              <a:gd name="adj" fmla="val 7059"/>
            </a:avLst>
          </a:prstGeom>
          <a:solidFill>
            <a:srgbClr val="EDF1F6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🇺🇸 United States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export market, 15+ years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2560320"/>
            <a:ext cx="2926080" cy="777240"/>
          </a:xfrm>
          <a:prstGeom prst="roundRect">
            <a:avLst>
              <a:gd name="adj" fmla="val 7059"/>
            </a:avLst>
          </a:prstGeom>
          <a:solidFill>
            <a:srgbClr val="EDF1F6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🇨🇦 Canada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industrial partnerships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3474720"/>
            <a:ext cx="2926080" cy="777240"/>
          </a:xfrm>
          <a:prstGeom prst="roundRect">
            <a:avLst>
              <a:gd name="adj" fmla="val 7059"/>
            </a:avLst>
          </a:prstGeom>
          <a:solidFill>
            <a:srgbClr val="EDF1F6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🇪🇺 Europe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3840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Expanding OEM relationships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4389120"/>
            <a:ext cx="2926080" cy="777240"/>
          </a:xfrm>
          <a:prstGeom prst="roundRect">
            <a:avLst>
              <a:gd name="adj" fmla="val 7059"/>
            </a:avLst>
          </a:prstGeom>
          <a:solidFill>
            <a:srgbClr val="EDF1F6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4434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🌏 Asia-Pacific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4754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manufacturing hub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TOUCH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Something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162D4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Headquarters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Shanghai, China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162D4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sales@fyyna.com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162D4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📞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611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 21 XXXX XXXX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162D4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389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Hours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8016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– Fri: 8:00 AM – 6:00 PM (CST)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162D47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5166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Served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80160" y="5440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USA, Canada, Europe, Asia-Pacific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56032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C8963E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27432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</a:t>
            </a:r>
            <a:endParaRPr lang="en-US" sz="2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Start?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17920" y="3657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us at: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sales@fyyna.com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263640"/>
            <a:ext cx="9144000" cy="32004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FYYNA  |  Shanghai Fyyna Machinery Tech Ltd.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Fyyna — Precision Metal Solutions</dc:title>
  <dc:subject>PptxGenJS Presentation</dc:subject>
  <dc:creator>Shanghai Fyyna Machinery Tech Ltd.</dc:creator>
  <cp:lastModifiedBy>Shanghai Fyyna Machinery Tech Ltd.</cp:lastModifiedBy>
  <cp:revision>1</cp:revision>
  <dcterms:created xsi:type="dcterms:W3CDTF">2026-06-20T15:43:42Z</dcterms:created>
  <dcterms:modified xsi:type="dcterms:W3CDTF">2026-06-20T15:43:42Z</dcterms:modified>
</cp:coreProperties>
</file>